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96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study Nykaa, identify distributed paradigms/algorithms, build a simplified version with socket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MiniNykaa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7B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shopping system built with Python sockets,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7B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the architecture of Nykaa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Mini Project  |  Reg. No. 23MCCE28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Nykaa is a good case study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01952" cy="1737360"/>
          </a:xfrm>
          <a:prstGeom prst="roundRect">
            <a:avLst>
              <a:gd name="adj" fmla="val 6316"/>
            </a:avLst>
          </a:prstGeom>
          <a:solidFill>
            <a:srgbClr val="FCE4E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00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40M+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42032" y="1371600"/>
            <a:ext cx="1901952" cy="1737360"/>
          </a:xfrm>
          <a:prstGeom prst="roundRect">
            <a:avLst>
              <a:gd name="adj" fmla="val 6316"/>
            </a:avLst>
          </a:prstGeom>
          <a:solidFill>
            <a:srgbClr val="FCE4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42032" y="160020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00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6,000+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23774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26864" y="1371600"/>
            <a:ext cx="1901952" cy="1737360"/>
          </a:xfrm>
          <a:prstGeom prst="roundRect">
            <a:avLst>
              <a:gd name="adj" fmla="val 6316"/>
            </a:avLst>
          </a:prstGeom>
          <a:solidFill>
            <a:srgbClr val="FCE4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6864" y="160020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00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165+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3774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11696" y="1371600"/>
            <a:ext cx="1901952" cy="1737360"/>
          </a:xfrm>
          <a:prstGeom prst="roundRect">
            <a:avLst>
              <a:gd name="adj" fmla="val 6316"/>
            </a:avLst>
          </a:prstGeom>
          <a:solidFill>
            <a:srgbClr val="FCE4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11696" y="160020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00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TB+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23774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in data lake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reads (search, browse), spiky sale-day writes, huge behavioural data and consistency-critical inventory and orders: a natural fit for distributed design.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AWS case study on Nykaa (figures as reported).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Nykaa architecture (from public sources)</a:t>
            </a:r>
            <a:endParaRPr lang="en-US" sz="3000" dirty="0"/>
          </a:p>
        </p:txBody>
      </p:sp>
      <p:pic>
        <p:nvPicPr>
          <p:cNvPr id="3" name="Image 0" descr="/home/claude/project/docs/nykaa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64797"/>
            <a:ext cx="5303520" cy="35225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3716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platform, Python and Java APIs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Microservices: Search, Price, Inventory, AdTech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MongoDB + DynamoDB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to Memcached/Redis caching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to S3/EMR/Redshift data lake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not confirmed by Nykaa are marked inferred in the report.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paradigms identified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CE4E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E8007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 / n-tier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clients, logic on servers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CE4EF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463040"/>
            <a:ext cx="411480" cy="411480"/>
          </a:xfrm>
          <a:prstGeom prst="ellipse">
            <a:avLst/>
          </a:prstGeom>
          <a:solidFill>
            <a:srgbClr val="E800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price, inventory, ads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CE4EF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rgbClr val="E8007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point, hides topology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CE4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E8007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many businesses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9718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CE4EF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3154680"/>
            <a:ext cx="411480" cy="411480"/>
          </a:xfrm>
          <a:prstGeom prst="ellipse">
            <a:avLst/>
          </a:prstGeom>
          <a:solidFill>
            <a:srgbClr val="E8007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streaming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 via Kinesis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9718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CE4E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3154680"/>
            <a:ext cx="411480" cy="411480"/>
          </a:xfrm>
          <a:prstGeom prst="ellipse">
            <a:avLst/>
          </a:prstGeom>
          <a:solidFill>
            <a:srgbClr val="E8007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Polyglot persistence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document, key-value + lake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Algorithms: Nykaa vs MiniNykaa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3814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in Nykaa (likely)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MiniNykaa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hashing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DynamoDB, cache rings, Kinesis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to catalog shard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instances behind LBs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Front-door LB: round-robin / least-conn, retry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LRU cache + TTL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CDN to Memcached/Redis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cache, cross-gateway invalidation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Bully leader 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Replica-set elections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order nodes, highest alive id leads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Leader-based replication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/ MongoDB replicas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Versioned writes + snapshot resync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Heartbeat failure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checks, membership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LB, gateways and followers 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Scatter-gather + unique 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shards; event 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List/search merge; UUID order 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implemented, but analysed: quorum, Raft, saga, event streaming.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MiniNykaa design</a:t>
            </a:r>
            <a:endParaRPr lang="en-US" sz="3000" dirty="0"/>
          </a:p>
        </p:txBody>
      </p:sp>
      <p:pic>
        <p:nvPicPr>
          <p:cNvPr id="3" name="Image 0" descr="/home/claude/project/docs/mini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1613"/>
            <a:ext cx="5394960" cy="34774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0" y="137160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:5000 is the front door; 2 stateless gateways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catalog shards via consistent hashing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order replicas; Bully election picks the leader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LRU+TTL cache per gateway; heartbeats everywhere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Length-prefixed JSON over TCP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+ Docker</a:t>
            </a:r>
            <a:endParaRPr lang="en-US" sz="3000" dirty="0"/>
          </a:p>
        </p:txBody>
      </p:sp>
      <p:pic>
        <p:nvPicPr>
          <p:cNvPr id="3" name="Image 0" descr="/home/claude/project/web_shots/web_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584" y="1097280"/>
            <a:ext cx="2088991" cy="3200400"/>
          </a:xfrm>
          <a:prstGeom prst="rect">
            <a:avLst/>
          </a:prstGeom>
        </p:spPr>
      </p:pic>
      <p:pic>
        <p:nvPicPr>
          <p:cNvPr id="4" name="Image 1" descr="/home/claude/project/web_shots/web_06_system_leader_fail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256" y="1097280"/>
            <a:ext cx="2019569" cy="20116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4343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Nykaa-styled storefront: live stock badges, working cart +/- and Remove, checkout, order history.</a:t>
            </a:r>
            <a:endParaRPr lang="en-US" sz="1250" dirty="0"/>
          </a:p>
        </p:txBody>
      </p:sp>
      <p:sp>
        <p:nvSpPr>
          <p:cNvPr id="6" name="Text 2"/>
          <p:cNvSpPr txBox="1"/>
          <p:nvPr/>
        </p:nvSpPr>
        <p:spPr>
          <a:xfrm>
            <a:off x="5577840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leader crashed: order-2 elected. docker compose up starts all 10 containers.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Cancellation, images, live sockets</a:t>
            </a:r>
            <a:endParaRPr lang="en-US" sz="3000" dirty="0"/>
          </a:p>
        </p:txBody>
      </p:sp>
      <p:pic>
        <p:nvPicPr>
          <p:cNvPr id="3" name="Image 0" descr="/home/claude/project/web_shots/web_04_orders_can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54253"/>
            <a:ext cx="4206240" cy="23035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8463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order: CONFIRMED to CANCELLED, replicated, stock returned to the owning shard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cancel rejected, so no double restock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 on every card and in the cart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Top-bar panels: Get App, Stores, Gift Card, Help FAQ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RFC 6455 WebSocket server on raw sockets pushes live stock and health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election, load balancing, concurrency</a:t>
            </a:r>
            <a:endParaRPr lang="en-US" sz="3000" dirty="0"/>
          </a:p>
        </p:txBody>
      </p:sp>
      <p:pic>
        <p:nvPicPr>
          <p:cNvPr id="3" name="Image 0" descr="/home/claude/project/screenshots/shot_03_bully_e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89090"/>
            <a:ext cx="4937760" cy="2982540"/>
          </a:xfrm>
          <a:prstGeom prst="rect">
            <a:avLst/>
          </a:prstGeom>
        </p:spPr>
      </p:pic>
      <p:pic>
        <p:nvPicPr>
          <p:cNvPr id="4" name="Image 1" descr="/home/claude/project/web_shots/web_07_system_gateway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938" y="1097280"/>
            <a:ext cx="2386763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0" y="3566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order-3 killed: order-2 elected in about 3 s, data intact; restarted order-3 reclaimed leadership. Gateway stopped: 0 failed requests. 20 concurrent checkouts: all succeed, unique IDs, exact stock.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tests: pytest</a:t>
            </a:r>
            <a:endParaRPr lang="en-US" sz="3000" dirty="0"/>
          </a:p>
        </p:txBody>
      </p:sp>
      <p:pic>
        <p:nvPicPr>
          <p:cNvPr id="3" name="Image 0" descr="/home/claude/project/screenshots/shot_08_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43" y="1051560"/>
            <a:ext cx="2521674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566160" y="11887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tests, about 30 s, all passing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unit: LRU/TTL, consistent hashing, framing, LB logic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integration on a private copy of all 10 processes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gateways and the order leader, checks election, resync and zero failed requests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Mutation-checked: re-introduced 2 real bugs, tests failed, then passed again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MININYKAA_EXTERNAL=1 pytest tests a running deployment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On-screen Show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 tapasya</cp:lastModifiedBy>
  <cp:revision>2</cp:revision>
  <dcterms:created xsi:type="dcterms:W3CDTF">2026-10-10T14:25:45Z</dcterms:created>
  <dcterms:modified xsi:type="dcterms:W3CDTF">2026-10-10T15:47:39Z</dcterms:modified>
</cp:coreProperties>
</file>